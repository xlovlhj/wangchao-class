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heme/theme2.xml" ContentType="application/vnd.openxmlformats-officedocument.theme+xml"/>
  <Override PartName="/ppt/tags/tag8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1091202" r:id="rId2"/>
    <p:sldId id="11091203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8" userDrawn="1">
          <p15:clr>
            <a:srgbClr val="A4A3A4"/>
          </p15:clr>
        </p15:guide>
        <p15:guide id="2" pos="39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vonne" initials="y" lastIdx="1" clrIdx="0"/>
  <p:cmAuthor id="1" name="guo mingqi" initials="gm" lastIdx="1" clrIdx="0"/>
  <p:cmAuthor id="2" name="siyan" initials="s" lastIdx="1" clrIdx="1"/>
  <p:cmAuthor id="3" name="Y.Z. Zhang" initials="YZ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83" y="57"/>
      </p:cViewPr>
      <p:guideLst>
        <p:guide orient="horz" pos="2098"/>
        <p:guide pos="39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4587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56790" cy="25812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776" h="6605">
                <a:moveTo>
                  <a:pt x="0" y="0"/>
                </a:moveTo>
                <a:lnTo>
                  <a:pt x="5276" y="0"/>
                </a:lnTo>
                <a:lnTo>
                  <a:pt x="5280" y="7"/>
                </a:lnTo>
                <a:cubicBezTo>
                  <a:pt x="5597" y="626"/>
                  <a:pt x="5776" y="1328"/>
                  <a:pt x="5776" y="2071"/>
                </a:cubicBezTo>
                <a:cubicBezTo>
                  <a:pt x="5776" y="4575"/>
                  <a:pt x="3746" y="6605"/>
                  <a:pt x="1242" y="6605"/>
                </a:cubicBezTo>
                <a:cubicBezTo>
                  <a:pt x="812" y="6605"/>
                  <a:pt x="395" y="6545"/>
                  <a:pt x="1" y="6433"/>
                </a:cubicBezTo>
                <a:lnTo>
                  <a:pt x="0" y="643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2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任意多边形 1"/>
          <p:cNvSpPr/>
          <p:nvPr userDrawn="1">
            <p:custDataLst>
              <p:tags r:id="rId3"/>
            </p:custDataLst>
          </p:nvPr>
        </p:nvSpPr>
        <p:spPr>
          <a:xfrm>
            <a:off x="10158095" y="4328160"/>
            <a:ext cx="2033905" cy="25298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180" h="6443">
                <a:moveTo>
                  <a:pt x="4534" y="0"/>
                </a:moveTo>
                <a:cubicBezTo>
                  <a:pt x="4749" y="0"/>
                  <a:pt x="4961" y="15"/>
                  <a:pt x="5168" y="44"/>
                </a:cubicBezTo>
                <a:lnTo>
                  <a:pt x="5180" y="46"/>
                </a:lnTo>
                <a:lnTo>
                  <a:pt x="5180" y="6443"/>
                </a:lnTo>
                <a:lnTo>
                  <a:pt x="420" y="6443"/>
                </a:lnTo>
                <a:lnTo>
                  <a:pt x="401" y="6400"/>
                </a:lnTo>
                <a:cubicBezTo>
                  <a:pt x="143" y="5831"/>
                  <a:pt x="0" y="5199"/>
                  <a:pt x="0" y="4534"/>
                </a:cubicBezTo>
                <a:cubicBezTo>
                  <a:pt x="0" y="2030"/>
                  <a:pt x="2030" y="0"/>
                  <a:pt x="453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32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圆角矩形 13"/>
          <p:cNvSpPr/>
          <p:nvPr userDrawn="1">
            <p:custDataLst>
              <p:tags r:id="rId4"/>
            </p:custDataLst>
          </p:nvPr>
        </p:nvSpPr>
        <p:spPr>
          <a:xfrm>
            <a:off x="857249" y="809625"/>
            <a:ext cx="10478015" cy="5238750"/>
          </a:xfrm>
          <a:prstGeom prst="roundRect">
            <a:avLst>
              <a:gd name="adj" fmla="val 8181"/>
            </a:avLst>
          </a:prstGeom>
          <a:solidFill>
            <a:schemeClr val="accent1"/>
          </a:solidFill>
          <a:ln w="28575">
            <a:gradFill>
              <a:gsLst>
                <a:gs pos="15000">
                  <a:srgbClr val="FFFFFF">
                    <a:alpha val="35000"/>
                  </a:srgbClr>
                </a:gs>
                <a:gs pos="53000">
                  <a:srgbClr val="FFFFFF">
                    <a:alpha val="0"/>
                  </a:srgbClr>
                </a:gs>
                <a:gs pos="89000">
                  <a:srgbClr val="FFFFFF">
                    <a:alpha val="35000"/>
                  </a:srgb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任意多边形 18"/>
          <p:cNvSpPr/>
          <p:nvPr userDrawn="1">
            <p:custDataLst>
              <p:tags r:id="rId5"/>
            </p:custDataLst>
          </p:nvPr>
        </p:nvSpPr>
        <p:spPr>
          <a:xfrm>
            <a:off x="10013968" y="4171951"/>
            <a:ext cx="1425339" cy="2087880"/>
          </a:xfrm>
          <a:custGeom>
            <a:avLst/>
            <a:gdLst>
              <a:gd name="connsiteX0" fmla="*/ 2245 w 2244"/>
              <a:gd name="connsiteY0" fmla="*/ 0 h 3288"/>
              <a:gd name="connsiteX1" fmla="*/ 2245 w 2244"/>
              <a:gd name="connsiteY1" fmla="*/ 2399 h 3288"/>
              <a:gd name="connsiteX2" fmla="*/ 1386 w 2244"/>
              <a:gd name="connsiteY2" fmla="*/ 3288 h 3288"/>
              <a:gd name="connsiteX3" fmla="*/ 42 w 2244"/>
              <a:gd name="connsiteY3" fmla="*/ 3288 h 3288"/>
              <a:gd name="connsiteX4" fmla="*/ 42 w 2244"/>
              <a:gd name="connsiteY4" fmla="*/ 3271 h 3288"/>
              <a:gd name="connsiteX5" fmla="*/ 2220 w 2244"/>
              <a:gd name="connsiteY5" fmla="*/ 12 h 3288"/>
              <a:gd name="connsiteX6" fmla="*/ 2245 w 2244"/>
              <a:gd name="connsiteY6" fmla="*/ 0 h 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45" h="3288">
                <a:moveTo>
                  <a:pt x="2245" y="0"/>
                </a:moveTo>
                <a:lnTo>
                  <a:pt x="2245" y="2399"/>
                </a:lnTo>
                <a:cubicBezTo>
                  <a:pt x="2245" y="2890"/>
                  <a:pt x="1861" y="3288"/>
                  <a:pt x="1386" y="3288"/>
                </a:cubicBezTo>
                <a:lnTo>
                  <a:pt x="42" y="3288"/>
                </a:lnTo>
                <a:lnTo>
                  <a:pt x="42" y="3271"/>
                </a:lnTo>
                <a:cubicBezTo>
                  <a:pt x="-231" y="1680"/>
                  <a:pt x="878" y="277"/>
                  <a:pt x="2220" y="12"/>
                </a:cubicBezTo>
                <a:lnTo>
                  <a:pt x="2245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21000"/>
                </a:schemeClr>
              </a:gs>
              <a:gs pos="40000">
                <a:schemeClr val="accent2"/>
              </a:gs>
            </a:gsLst>
            <a:lin ang="180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任意多边形 24"/>
          <p:cNvSpPr/>
          <p:nvPr userDrawn="1">
            <p:custDataLst>
              <p:tags r:id="rId6"/>
            </p:custDataLst>
          </p:nvPr>
        </p:nvSpPr>
        <p:spPr>
          <a:xfrm>
            <a:off x="657860" y="631825"/>
            <a:ext cx="1753897" cy="2121535"/>
          </a:xfrm>
          <a:custGeom>
            <a:avLst/>
            <a:gdLst>
              <a:gd name="connsiteX0" fmla="*/ 836 w 2762"/>
              <a:gd name="connsiteY0" fmla="*/ 0 h 3341"/>
              <a:gd name="connsiteX1" fmla="*/ 2715 w 2762"/>
              <a:gd name="connsiteY1" fmla="*/ 0 h 3341"/>
              <a:gd name="connsiteX2" fmla="*/ 2715 w 2762"/>
              <a:gd name="connsiteY2" fmla="*/ 44 h 3341"/>
              <a:gd name="connsiteX3" fmla="*/ 40 w 2762"/>
              <a:gd name="connsiteY3" fmla="*/ 3332 h 3341"/>
              <a:gd name="connsiteX4" fmla="*/ 0 w 2762"/>
              <a:gd name="connsiteY4" fmla="*/ 3341 h 3341"/>
              <a:gd name="connsiteX5" fmla="*/ 0 w 2762"/>
              <a:gd name="connsiteY5" fmla="*/ 827 h 3341"/>
              <a:gd name="connsiteX6" fmla="*/ 836 w 2762"/>
              <a:gd name="connsiteY6" fmla="*/ 0 h 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2" h="3341">
                <a:moveTo>
                  <a:pt x="836" y="0"/>
                </a:moveTo>
                <a:lnTo>
                  <a:pt x="2715" y="0"/>
                </a:lnTo>
                <a:lnTo>
                  <a:pt x="2715" y="44"/>
                </a:lnTo>
                <a:cubicBezTo>
                  <a:pt x="2989" y="1713"/>
                  <a:pt x="2062" y="3156"/>
                  <a:pt x="40" y="3332"/>
                </a:cubicBezTo>
                <a:lnTo>
                  <a:pt x="0" y="3341"/>
                </a:lnTo>
                <a:lnTo>
                  <a:pt x="0" y="827"/>
                </a:lnTo>
                <a:cubicBezTo>
                  <a:pt x="0" y="370"/>
                  <a:pt x="374" y="0"/>
                  <a:pt x="836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21000"/>
                </a:schemeClr>
              </a:gs>
              <a:gs pos="40000">
                <a:schemeClr val="accent2"/>
              </a:gs>
            </a:gsLst>
            <a:lin ang="180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圆角矩形 22"/>
          <p:cNvSpPr/>
          <p:nvPr userDrawn="1">
            <p:custDataLst>
              <p:tags r:id="rId7"/>
            </p:custDataLst>
          </p:nvPr>
        </p:nvSpPr>
        <p:spPr>
          <a:xfrm>
            <a:off x="857249" y="810000"/>
            <a:ext cx="10478015" cy="5238750"/>
          </a:xfrm>
          <a:prstGeom prst="roundRect">
            <a:avLst>
              <a:gd name="adj" fmla="val 8181"/>
            </a:avLst>
          </a:prstGeom>
          <a:gradFill flip="none" rotWithShape="1">
            <a:gsLst>
              <a:gs pos="2000">
                <a:srgbClr val="FFFFFF">
                  <a:alpha val="8000"/>
                </a:srgbClr>
              </a:gs>
              <a:gs pos="96000">
                <a:srgbClr val="FFFFFF">
                  <a:alpha val="38000"/>
                </a:srgbClr>
              </a:gs>
            </a:gsLst>
            <a:lin ang="2700000"/>
          </a:gradFill>
          <a:ln w="28575">
            <a:gradFill>
              <a:gsLst>
                <a:gs pos="15000">
                  <a:srgbClr val="FFFFFF">
                    <a:alpha val="35000"/>
                  </a:srgbClr>
                </a:gs>
                <a:gs pos="53000">
                  <a:srgbClr val="FFFFFF">
                    <a:alpha val="0"/>
                  </a:srgbClr>
                </a:gs>
                <a:gs pos="89000">
                  <a:srgbClr val="FFFFFF">
                    <a:alpha val="35000"/>
                  </a:srgbClr>
                </a:gs>
              </a:gsLst>
              <a:lin ang="25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947529" y="1689653"/>
            <a:ext cx="10293626" cy="1676895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947529" y="3590061"/>
            <a:ext cx="10293626" cy="525409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4746623" y="4236637"/>
            <a:ext cx="2700000" cy="50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1"/>
            </p:custDataLst>
          </p:nvPr>
        </p:nvSpPr>
        <p:spPr>
          <a:xfrm>
            <a:off x="1270" y="635"/>
            <a:ext cx="12190730" cy="6857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任意多边形 9"/>
          <p:cNvSpPr/>
          <p:nvPr userDrawn="1">
            <p:custDataLst>
              <p:tags r:id="rId2"/>
            </p:custDataLst>
          </p:nvPr>
        </p:nvSpPr>
        <p:spPr>
          <a:xfrm>
            <a:off x="4038600" y="0"/>
            <a:ext cx="4136390" cy="17684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286" h="5679">
                <a:moveTo>
                  <a:pt x="0" y="0"/>
                </a:moveTo>
                <a:lnTo>
                  <a:pt x="13286" y="0"/>
                </a:lnTo>
                <a:lnTo>
                  <a:pt x="13276" y="62"/>
                </a:lnTo>
                <a:cubicBezTo>
                  <a:pt x="12748" y="3249"/>
                  <a:pt x="9980" y="5679"/>
                  <a:pt x="6643" y="5679"/>
                </a:cubicBezTo>
                <a:cubicBezTo>
                  <a:pt x="3307" y="5679"/>
                  <a:pt x="538" y="3249"/>
                  <a:pt x="10" y="6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2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21"/>
          <p:cNvSpPr/>
          <p:nvPr userDrawn="1">
            <p:custDataLst>
              <p:tags r:id="rId3"/>
            </p:custDataLst>
          </p:nvPr>
        </p:nvSpPr>
        <p:spPr>
          <a:xfrm>
            <a:off x="899160" y="2033905"/>
            <a:ext cx="10401300" cy="4014470"/>
          </a:xfrm>
          <a:prstGeom prst="roundRect">
            <a:avLst>
              <a:gd name="adj" fmla="val 8181"/>
            </a:avLst>
          </a:prstGeom>
          <a:gradFill flip="none" rotWithShape="1">
            <a:gsLst>
              <a:gs pos="2000">
                <a:srgbClr val="FFFFFF">
                  <a:alpha val="5000"/>
                </a:srgbClr>
              </a:gs>
              <a:gs pos="96000">
                <a:srgbClr val="FFFFFF">
                  <a:alpha val="38000"/>
                </a:srgbClr>
              </a:gs>
            </a:gsLst>
            <a:lin ang="2700000"/>
          </a:gradFill>
          <a:ln w="28575">
            <a:gradFill>
              <a:gsLst>
                <a:gs pos="15000">
                  <a:srgbClr val="FFFFFF">
                    <a:alpha val="35000"/>
                  </a:srgbClr>
                </a:gs>
                <a:gs pos="53000">
                  <a:srgbClr val="FFFFFF">
                    <a:alpha val="0"/>
                  </a:srgbClr>
                </a:gs>
                <a:gs pos="89000">
                  <a:srgbClr val="FFFFFF">
                    <a:alpha val="35000"/>
                  </a:srgbClr>
                </a:gs>
              </a:gsLst>
              <a:lin ang="25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123552" y="540543"/>
            <a:ext cx="1953108" cy="1081088"/>
          </a:xfrm>
        </p:spPr>
        <p:txBody>
          <a:bodyPr wrap="square" anchor="ctr">
            <a:normAutofit/>
          </a:bodyPr>
          <a:lstStyle>
            <a:lvl1pPr algn="ctr">
              <a:defRPr sz="5400" spc="6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635" y="0"/>
            <a:ext cx="121913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6"/>
          <p:cNvSpPr/>
          <p:nvPr userDrawn="1">
            <p:custDataLst>
              <p:tags r:id="rId2"/>
            </p:custDataLst>
          </p:nvPr>
        </p:nvSpPr>
        <p:spPr>
          <a:xfrm rot="16200000">
            <a:off x="184785" y="4105910"/>
            <a:ext cx="2567305" cy="29368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776" h="6605">
                <a:moveTo>
                  <a:pt x="0" y="0"/>
                </a:moveTo>
                <a:lnTo>
                  <a:pt x="5276" y="0"/>
                </a:lnTo>
                <a:lnTo>
                  <a:pt x="5280" y="7"/>
                </a:lnTo>
                <a:cubicBezTo>
                  <a:pt x="5597" y="626"/>
                  <a:pt x="5776" y="1328"/>
                  <a:pt x="5776" y="2071"/>
                </a:cubicBezTo>
                <a:cubicBezTo>
                  <a:pt x="5776" y="4575"/>
                  <a:pt x="3746" y="6605"/>
                  <a:pt x="1242" y="6605"/>
                </a:cubicBezTo>
                <a:cubicBezTo>
                  <a:pt x="812" y="6605"/>
                  <a:pt x="395" y="6545"/>
                  <a:pt x="1" y="6433"/>
                </a:cubicBezTo>
                <a:lnTo>
                  <a:pt x="0" y="643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2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3"/>
            </p:custDataLst>
          </p:nvPr>
        </p:nvSpPr>
        <p:spPr>
          <a:xfrm>
            <a:off x="6562725" y="0"/>
            <a:ext cx="5585460" cy="23876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3286" h="5679">
                <a:moveTo>
                  <a:pt x="0" y="0"/>
                </a:moveTo>
                <a:lnTo>
                  <a:pt x="13286" y="0"/>
                </a:lnTo>
                <a:lnTo>
                  <a:pt x="13276" y="62"/>
                </a:lnTo>
                <a:cubicBezTo>
                  <a:pt x="12748" y="3249"/>
                  <a:pt x="9980" y="5679"/>
                  <a:pt x="6643" y="5679"/>
                </a:cubicBezTo>
                <a:cubicBezTo>
                  <a:pt x="3307" y="5679"/>
                  <a:pt x="538" y="3249"/>
                  <a:pt x="10" y="6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2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圆角矩形 10"/>
          <p:cNvSpPr/>
          <p:nvPr userDrawn="1">
            <p:custDataLst>
              <p:tags r:id="rId4"/>
            </p:custDataLst>
          </p:nvPr>
        </p:nvSpPr>
        <p:spPr>
          <a:xfrm>
            <a:off x="857250" y="809625"/>
            <a:ext cx="10496550" cy="5238750"/>
          </a:xfrm>
          <a:prstGeom prst="roundRect">
            <a:avLst>
              <a:gd name="adj" fmla="val 8181"/>
            </a:avLst>
          </a:prstGeom>
          <a:solidFill>
            <a:schemeClr val="accent1"/>
          </a:solidFill>
          <a:ln w="28575">
            <a:gradFill>
              <a:gsLst>
                <a:gs pos="15000">
                  <a:srgbClr val="FFFFFF">
                    <a:alpha val="35000"/>
                  </a:srgbClr>
                </a:gs>
                <a:gs pos="53000">
                  <a:srgbClr val="FFFFFF">
                    <a:alpha val="0"/>
                  </a:srgbClr>
                </a:gs>
                <a:gs pos="89000">
                  <a:srgbClr val="FFFFFF">
                    <a:alpha val="35000"/>
                  </a:srgb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任意多边形 13"/>
          <p:cNvSpPr/>
          <p:nvPr userDrawn="1">
            <p:custDataLst>
              <p:tags r:id="rId5"/>
            </p:custDataLst>
          </p:nvPr>
        </p:nvSpPr>
        <p:spPr>
          <a:xfrm>
            <a:off x="6610350" y="693419"/>
            <a:ext cx="5006928" cy="1783081"/>
          </a:xfrm>
          <a:custGeom>
            <a:avLst/>
            <a:gdLst>
              <a:gd name="connsiteX0" fmla="*/ 0 w 7733"/>
              <a:gd name="connsiteY0" fmla="*/ 3 h 3094"/>
              <a:gd name="connsiteX1" fmla="*/ 6941 w 7733"/>
              <a:gd name="connsiteY1" fmla="*/ 0 h 3094"/>
              <a:gd name="connsiteX2" fmla="*/ 7733 w 7733"/>
              <a:gd name="connsiteY2" fmla="*/ 684 h 3094"/>
              <a:gd name="connsiteX3" fmla="*/ 7716 w 7733"/>
              <a:gd name="connsiteY3" fmla="*/ 1330 h 3094"/>
              <a:gd name="connsiteX4" fmla="*/ 7707 w 7733"/>
              <a:gd name="connsiteY4" fmla="*/ 1343 h 3094"/>
              <a:gd name="connsiteX5" fmla="*/ 4216 w 7733"/>
              <a:gd name="connsiteY5" fmla="*/ 3094 h 3094"/>
              <a:gd name="connsiteX6" fmla="*/ 3 w 7733"/>
              <a:gd name="connsiteY6" fmla="*/ 12 h 3094"/>
              <a:gd name="connsiteX7" fmla="*/ 0 w 7733"/>
              <a:gd name="connsiteY7" fmla="*/ 3 h 3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34" h="3094">
                <a:moveTo>
                  <a:pt x="0" y="3"/>
                </a:moveTo>
                <a:lnTo>
                  <a:pt x="6941" y="0"/>
                </a:lnTo>
                <a:cubicBezTo>
                  <a:pt x="7190" y="0"/>
                  <a:pt x="7760" y="158"/>
                  <a:pt x="7733" y="684"/>
                </a:cubicBezTo>
                <a:lnTo>
                  <a:pt x="7716" y="1330"/>
                </a:lnTo>
                <a:lnTo>
                  <a:pt x="7707" y="1343"/>
                </a:lnTo>
                <a:cubicBezTo>
                  <a:pt x="6883" y="2411"/>
                  <a:pt x="5626" y="3094"/>
                  <a:pt x="4216" y="3094"/>
                </a:cubicBezTo>
                <a:cubicBezTo>
                  <a:pt x="2284" y="3094"/>
                  <a:pt x="636" y="1812"/>
                  <a:pt x="3" y="12"/>
                </a:cubicBezTo>
                <a:lnTo>
                  <a:pt x="0" y="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55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 20"/>
          <p:cNvSpPr/>
          <p:nvPr userDrawn="1">
            <p:custDataLst>
              <p:tags r:id="rId6"/>
            </p:custDataLst>
          </p:nvPr>
        </p:nvSpPr>
        <p:spPr>
          <a:xfrm rot="16200000">
            <a:off x="840597" y="3958163"/>
            <a:ext cx="2154838" cy="2492375"/>
          </a:xfrm>
          <a:custGeom>
            <a:avLst/>
            <a:gdLst>
              <a:gd name="connsiteX0" fmla="*/ 804 w 3393"/>
              <a:gd name="connsiteY0" fmla="*/ 6 h 3925"/>
              <a:gd name="connsiteX1" fmla="*/ 3338 w 3393"/>
              <a:gd name="connsiteY1" fmla="*/ 0 h 3925"/>
              <a:gd name="connsiteX2" fmla="*/ 3373 w 3393"/>
              <a:gd name="connsiteY2" fmla="*/ 124 h 3925"/>
              <a:gd name="connsiteX3" fmla="*/ 45 w 3393"/>
              <a:gd name="connsiteY3" fmla="*/ 3919 h 3925"/>
              <a:gd name="connsiteX4" fmla="*/ 0 w 3393"/>
              <a:gd name="connsiteY4" fmla="*/ 3925 h 3925"/>
              <a:gd name="connsiteX5" fmla="*/ 0 w 3393"/>
              <a:gd name="connsiteY5" fmla="*/ 823 h 3925"/>
              <a:gd name="connsiteX6" fmla="*/ 804 w 3393"/>
              <a:gd name="connsiteY6" fmla="*/ 6 h 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93" h="3925">
                <a:moveTo>
                  <a:pt x="804" y="6"/>
                </a:moveTo>
                <a:lnTo>
                  <a:pt x="3338" y="0"/>
                </a:lnTo>
                <a:lnTo>
                  <a:pt x="3373" y="124"/>
                </a:lnTo>
                <a:cubicBezTo>
                  <a:pt x="3593" y="2467"/>
                  <a:pt x="2008" y="3779"/>
                  <a:pt x="45" y="3919"/>
                </a:cubicBezTo>
                <a:lnTo>
                  <a:pt x="0" y="3925"/>
                </a:lnTo>
                <a:lnTo>
                  <a:pt x="0" y="823"/>
                </a:lnTo>
                <a:cubicBezTo>
                  <a:pt x="0" y="372"/>
                  <a:pt x="360" y="6"/>
                  <a:pt x="804" y="6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21000"/>
                </a:schemeClr>
              </a:gs>
              <a:gs pos="40000">
                <a:schemeClr val="accent2"/>
              </a:gs>
            </a:gsLst>
            <a:lin ang="180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21"/>
          <p:cNvSpPr/>
          <p:nvPr userDrawn="1">
            <p:custDataLst>
              <p:tags r:id="rId7"/>
            </p:custDataLst>
          </p:nvPr>
        </p:nvSpPr>
        <p:spPr>
          <a:xfrm>
            <a:off x="847725" y="810000"/>
            <a:ext cx="10496550" cy="5238750"/>
          </a:xfrm>
          <a:prstGeom prst="roundRect">
            <a:avLst>
              <a:gd name="adj" fmla="val 8181"/>
            </a:avLst>
          </a:prstGeom>
          <a:gradFill flip="none" rotWithShape="1">
            <a:gsLst>
              <a:gs pos="0">
                <a:srgbClr val="FFFFFF">
                  <a:alpha val="12000"/>
                </a:srgbClr>
              </a:gs>
              <a:gs pos="96000">
                <a:srgbClr val="FFFFFF">
                  <a:alpha val="38000"/>
                </a:srgbClr>
              </a:gs>
            </a:gsLst>
            <a:lin ang="2700000"/>
          </a:gradFill>
          <a:ln w="28575">
            <a:gradFill>
              <a:gsLst>
                <a:gs pos="15000">
                  <a:srgbClr val="FFFFFF">
                    <a:alpha val="35000"/>
                  </a:srgbClr>
                </a:gs>
                <a:gs pos="53000">
                  <a:srgbClr val="FFFFFF">
                    <a:alpha val="0"/>
                  </a:srgbClr>
                </a:gs>
                <a:gs pos="89000">
                  <a:srgbClr val="FFFFFF">
                    <a:alpha val="35000"/>
                  </a:srgb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1526400" y="3431970"/>
            <a:ext cx="9144000" cy="2044488"/>
          </a:xfrm>
        </p:spPr>
        <p:txBody>
          <a:bodyPr wrap="square" anchor="t">
            <a:normAutofit/>
          </a:bodyPr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1524000" y="1759224"/>
            <a:ext cx="9144000" cy="1611547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7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256790" cy="258127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776" h="6605">
                <a:moveTo>
                  <a:pt x="0" y="0"/>
                </a:moveTo>
                <a:lnTo>
                  <a:pt x="5276" y="0"/>
                </a:lnTo>
                <a:lnTo>
                  <a:pt x="5280" y="7"/>
                </a:lnTo>
                <a:cubicBezTo>
                  <a:pt x="5597" y="626"/>
                  <a:pt x="5776" y="1328"/>
                  <a:pt x="5776" y="2071"/>
                </a:cubicBezTo>
                <a:cubicBezTo>
                  <a:pt x="5776" y="4575"/>
                  <a:pt x="3746" y="6605"/>
                  <a:pt x="1242" y="6605"/>
                </a:cubicBezTo>
                <a:cubicBezTo>
                  <a:pt x="812" y="6605"/>
                  <a:pt x="395" y="6545"/>
                  <a:pt x="1" y="6433"/>
                </a:cubicBezTo>
                <a:lnTo>
                  <a:pt x="0" y="643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2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1"/>
          <p:cNvSpPr/>
          <p:nvPr userDrawn="1">
            <p:custDataLst>
              <p:tags r:id="rId3"/>
            </p:custDataLst>
          </p:nvPr>
        </p:nvSpPr>
        <p:spPr>
          <a:xfrm>
            <a:off x="10158095" y="4328160"/>
            <a:ext cx="2033905" cy="25298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180" h="6443">
                <a:moveTo>
                  <a:pt x="4534" y="0"/>
                </a:moveTo>
                <a:cubicBezTo>
                  <a:pt x="4749" y="0"/>
                  <a:pt x="4961" y="15"/>
                  <a:pt x="5168" y="44"/>
                </a:cubicBezTo>
                <a:lnTo>
                  <a:pt x="5180" y="46"/>
                </a:lnTo>
                <a:lnTo>
                  <a:pt x="5180" y="6443"/>
                </a:lnTo>
                <a:lnTo>
                  <a:pt x="420" y="6443"/>
                </a:lnTo>
                <a:lnTo>
                  <a:pt x="401" y="6400"/>
                </a:lnTo>
                <a:cubicBezTo>
                  <a:pt x="143" y="5831"/>
                  <a:pt x="0" y="5199"/>
                  <a:pt x="0" y="4534"/>
                </a:cubicBezTo>
                <a:cubicBezTo>
                  <a:pt x="0" y="2030"/>
                  <a:pt x="2030" y="0"/>
                  <a:pt x="453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32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圆角矩形 13"/>
          <p:cNvSpPr/>
          <p:nvPr userDrawn="1">
            <p:custDataLst>
              <p:tags r:id="rId4"/>
            </p:custDataLst>
          </p:nvPr>
        </p:nvSpPr>
        <p:spPr>
          <a:xfrm>
            <a:off x="857249" y="809625"/>
            <a:ext cx="10478015" cy="5238750"/>
          </a:xfrm>
          <a:prstGeom prst="roundRect">
            <a:avLst>
              <a:gd name="adj" fmla="val 8181"/>
            </a:avLst>
          </a:prstGeom>
          <a:solidFill>
            <a:schemeClr val="accent1"/>
          </a:solidFill>
          <a:ln w="28575">
            <a:gradFill>
              <a:gsLst>
                <a:gs pos="15000">
                  <a:srgbClr val="FFFFFF">
                    <a:alpha val="35000"/>
                  </a:srgbClr>
                </a:gs>
                <a:gs pos="53000">
                  <a:srgbClr val="FFFFFF">
                    <a:alpha val="0"/>
                  </a:srgbClr>
                </a:gs>
                <a:gs pos="89000">
                  <a:srgbClr val="FFFFFF">
                    <a:alpha val="35000"/>
                  </a:srgb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任意多边形 18"/>
          <p:cNvSpPr/>
          <p:nvPr userDrawn="1">
            <p:custDataLst>
              <p:tags r:id="rId5"/>
            </p:custDataLst>
          </p:nvPr>
        </p:nvSpPr>
        <p:spPr>
          <a:xfrm>
            <a:off x="10001268" y="4133851"/>
            <a:ext cx="1425339" cy="2087880"/>
          </a:xfrm>
          <a:custGeom>
            <a:avLst/>
            <a:gdLst>
              <a:gd name="connsiteX0" fmla="*/ 2245 w 2244"/>
              <a:gd name="connsiteY0" fmla="*/ 0 h 3288"/>
              <a:gd name="connsiteX1" fmla="*/ 2245 w 2244"/>
              <a:gd name="connsiteY1" fmla="*/ 2399 h 3288"/>
              <a:gd name="connsiteX2" fmla="*/ 1386 w 2244"/>
              <a:gd name="connsiteY2" fmla="*/ 3288 h 3288"/>
              <a:gd name="connsiteX3" fmla="*/ 42 w 2244"/>
              <a:gd name="connsiteY3" fmla="*/ 3288 h 3288"/>
              <a:gd name="connsiteX4" fmla="*/ 42 w 2244"/>
              <a:gd name="connsiteY4" fmla="*/ 3271 h 3288"/>
              <a:gd name="connsiteX5" fmla="*/ 2220 w 2244"/>
              <a:gd name="connsiteY5" fmla="*/ 12 h 3288"/>
              <a:gd name="connsiteX6" fmla="*/ 2245 w 2244"/>
              <a:gd name="connsiteY6" fmla="*/ 0 h 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45" h="3288">
                <a:moveTo>
                  <a:pt x="2245" y="0"/>
                </a:moveTo>
                <a:lnTo>
                  <a:pt x="2245" y="2399"/>
                </a:lnTo>
                <a:cubicBezTo>
                  <a:pt x="2245" y="2890"/>
                  <a:pt x="1861" y="3288"/>
                  <a:pt x="1386" y="3288"/>
                </a:cubicBezTo>
                <a:lnTo>
                  <a:pt x="42" y="3288"/>
                </a:lnTo>
                <a:lnTo>
                  <a:pt x="42" y="3271"/>
                </a:lnTo>
                <a:cubicBezTo>
                  <a:pt x="-231" y="1680"/>
                  <a:pt x="878" y="277"/>
                  <a:pt x="2220" y="12"/>
                </a:cubicBezTo>
                <a:lnTo>
                  <a:pt x="2245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21000"/>
                </a:schemeClr>
              </a:gs>
              <a:gs pos="40000">
                <a:schemeClr val="accent2"/>
              </a:gs>
            </a:gsLst>
            <a:lin ang="180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任意多边形 24"/>
          <p:cNvSpPr/>
          <p:nvPr userDrawn="1">
            <p:custDataLst>
              <p:tags r:id="rId6"/>
            </p:custDataLst>
          </p:nvPr>
        </p:nvSpPr>
        <p:spPr>
          <a:xfrm>
            <a:off x="657860" y="631825"/>
            <a:ext cx="1753897" cy="2121535"/>
          </a:xfrm>
          <a:custGeom>
            <a:avLst/>
            <a:gdLst>
              <a:gd name="connsiteX0" fmla="*/ 836 w 2762"/>
              <a:gd name="connsiteY0" fmla="*/ 0 h 3341"/>
              <a:gd name="connsiteX1" fmla="*/ 2715 w 2762"/>
              <a:gd name="connsiteY1" fmla="*/ 0 h 3341"/>
              <a:gd name="connsiteX2" fmla="*/ 2715 w 2762"/>
              <a:gd name="connsiteY2" fmla="*/ 44 h 3341"/>
              <a:gd name="connsiteX3" fmla="*/ 40 w 2762"/>
              <a:gd name="connsiteY3" fmla="*/ 3332 h 3341"/>
              <a:gd name="connsiteX4" fmla="*/ 0 w 2762"/>
              <a:gd name="connsiteY4" fmla="*/ 3341 h 3341"/>
              <a:gd name="connsiteX5" fmla="*/ 0 w 2762"/>
              <a:gd name="connsiteY5" fmla="*/ 827 h 3341"/>
              <a:gd name="connsiteX6" fmla="*/ 836 w 2762"/>
              <a:gd name="connsiteY6" fmla="*/ 0 h 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2" h="3341">
                <a:moveTo>
                  <a:pt x="836" y="0"/>
                </a:moveTo>
                <a:lnTo>
                  <a:pt x="2715" y="0"/>
                </a:lnTo>
                <a:lnTo>
                  <a:pt x="2715" y="44"/>
                </a:lnTo>
                <a:cubicBezTo>
                  <a:pt x="2989" y="1713"/>
                  <a:pt x="2062" y="3156"/>
                  <a:pt x="40" y="3332"/>
                </a:cubicBezTo>
                <a:lnTo>
                  <a:pt x="0" y="3341"/>
                </a:lnTo>
                <a:lnTo>
                  <a:pt x="0" y="827"/>
                </a:lnTo>
                <a:cubicBezTo>
                  <a:pt x="0" y="370"/>
                  <a:pt x="374" y="0"/>
                  <a:pt x="836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21000"/>
                </a:schemeClr>
              </a:gs>
              <a:gs pos="40000">
                <a:schemeClr val="accent2"/>
              </a:gs>
            </a:gsLst>
            <a:lin ang="1800000" scaled="0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圆角矩形 22"/>
          <p:cNvSpPr/>
          <p:nvPr userDrawn="1">
            <p:custDataLst>
              <p:tags r:id="rId7"/>
            </p:custDataLst>
          </p:nvPr>
        </p:nvSpPr>
        <p:spPr>
          <a:xfrm>
            <a:off x="856614" y="810000"/>
            <a:ext cx="10478015" cy="5238750"/>
          </a:xfrm>
          <a:prstGeom prst="roundRect">
            <a:avLst>
              <a:gd name="adj" fmla="val 8181"/>
            </a:avLst>
          </a:prstGeom>
          <a:gradFill flip="none" rotWithShape="1">
            <a:gsLst>
              <a:gs pos="0">
                <a:srgbClr val="FFFFFF">
                  <a:alpha val="12000"/>
                </a:srgbClr>
              </a:gs>
              <a:gs pos="96000">
                <a:srgbClr val="FFFFFF">
                  <a:alpha val="38000"/>
                </a:srgbClr>
              </a:gs>
            </a:gsLst>
            <a:lin ang="2700000"/>
          </a:gradFill>
          <a:ln w="28575">
            <a:gradFill>
              <a:gsLst>
                <a:gs pos="15000">
                  <a:srgbClr val="FFFFFF">
                    <a:alpha val="35000"/>
                  </a:srgbClr>
                </a:gs>
                <a:gs pos="53000">
                  <a:srgbClr val="FFFFFF">
                    <a:alpha val="0"/>
                  </a:srgbClr>
                </a:gs>
                <a:gs pos="89000">
                  <a:srgbClr val="FFFFFF">
                    <a:alpha val="35000"/>
                  </a:srgb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1075383" y="1546671"/>
            <a:ext cx="10041235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1217544" y="3431037"/>
            <a:ext cx="9756913" cy="842045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4746626" y="4365270"/>
            <a:ext cx="2700000" cy="50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0000" y="332766"/>
            <a:ext cx="9000000" cy="5232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029825" y="419100"/>
            <a:ext cx="1926590" cy="445770"/>
            <a:chOff x="15810" y="765"/>
            <a:chExt cx="3034" cy="702"/>
          </a:xfrm>
        </p:grpSpPr>
        <p:sp>
          <p:nvSpPr>
            <p:cNvPr id="4" name="矩形 1"/>
            <p:cNvSpPr/>
            <p:nvPr/>
          </p:nvSpPr>
          <p:spPr>
            <a:xfrm>
              <a:off x="17525" y="910"/>
              <a:ext cx="410" cy="413"/>
            </a:xfrm>
            <a:prstGeom prst="rect">
              <a:avLst/>
            </a:prstGeom>
            <a:solidFill>
              <a:srgbClr val="E72A2E">
                <a:alpha val="59999"/>
              </a:srgbClr>
            </a:solidFill>
            <a:ln w="12700"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6953" y="910"/>
              <a:ext cx="410" cy="413"/>
            </a:xfrm>
            <a:prstGeom prst="rect">
              <a:avLst/>
            </a:prstGeom>
            <a:solidFill>
              <a:srgbClr val="E72A2E">
                <a:alpha val="79999"/>
              </a:srgbClr>
            </a:solidFill>
            <a:ln w="12700"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6380" y="910"/>
              <a:ext cx="413" cy="413"/>
            </a:xfrm>
            <a:prstGeom prst="rect">
              <a:avLst/>
            </a:prstGeom>
            <a:solidFill>
              <a:srgbClr val="E72A2E"/>
            </a:solidFill>
            <a:ln w="12700"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5810" y="910"/>
              <a:ext cx="410" cy="413"/>
            </a:xfrm>
            <a:prstGeom prst="rect">
              <a:avLst/>
            </a:prstGeom>
            <a:solidFill>
              <a:srgbClr val="4B4B4B"/>
            </a:solidFill>
            <a:ln w="12700"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8" name="图片 26" descr="logo1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90" y="765"/>
              <a:ext cx="755" cy="703"/>
            </a:xfrm>
            <a:prstGeom prst="rect">
              <a:avLst/>
            </a:prstGeom>
            <a:noFill/>
            <a:ln w="9525">
              <a:noFill/>
            </a:ln>
          </p:spPr>
        </p:pic>
      </p:grpSp>
      <p:cxnSp>
        <p:nvCxnSpPr>
          <p:cNvPr id="9" name="直接连接符 8"/>
          <p:cNvCxnSpPr/>
          <p:nvPr userDrawn="1"/>
        </p:nvCxnSpPr>
        <p:spPr bwMode="auto">
          <a:xfrm>
            <a:off x="360000" y="936000"/>
            <a:ext cx="9000000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 6"/>
          <p:cNvSpPr/>
          <p:nvPr userDrawn="1">
            <p:custDataLst>
              <p:tags r:id="rId19"/>
            </p:custDataLst>
          </p:nvPr>
        </p:nvSpPr>
        <p:spPr>
          <a:xfrm rot="16200000" flipH="1" flipV="1">
            <a:off x="10685145" y="-101600"/>
            <a:ext cx="1405255" cy="16090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776" h="6605">
                <a:moveTo>
                  <a:pt x="0" y="0"/>
                </a:moveTo>
                <a:lnTo>
                  <a:pt x="5276" y="0"/>
                </a:lnTo>
                <a:lnTo>
                  <a:pt x="5280" y="7"/>
                </a:lnTo>
                <a:cubicBezTo>
                  <a:pt x="5597" y="626"/>
                  <a:pt x="5776" y="1328"/>
                  <a:pt x="5776" y="2071"/>
                </a:cubicBezTo>
                <a:cubicBezTo>
                  <a:pt x="5776" y="4575"/>
                  <a:pt x="3746" y="6605"/>
                  <a:pt x="1242" y="6605"/>
                </a:cubicBezTo>
                <a:cubicBezTo>
                  <a:pt x="812" y="6605"/>
                  <a:pt x="395" y="6545"/>
                  <a:pt x="1" y="6433"/>
                </a:cubicBezTo>
                <a:lnTo>
                  <a:pt x="0" y="643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4000"/>
                </a:schemeClr>
              </a:gs>
              <a:gs pos="100000">
                <a:schemeClr val="accent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" name="矩形 4"/>
          <p:cNvSpPr/>
          <p:nvPr/>
        </p:nvSpPr>
        <p:spPr>
          <a:xfrm>
            <a:off x="-7529" y="0"/>
            <a:ext cx="12207058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lvl="0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1pPr>
            <a:lvl2pPr marL="457200" lvl="1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2pPr>
            <a:lvl3pPr marL="914400" lvl="2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3pPr>
            <a:lvl4pPr marL="1371600" lvl="3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4pPr>
            <a:lvl5pPr marL="1828800" lvl="4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5pPr>
            <a:lvl6pPr marL="2286000" lvl="5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6pPr>
            <a:lvl7pPr marL="2743200" lvl="6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7pPr>
            <a:lvl8pPr marL="3200400" lvl="7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8pPr>
            <a:lvl9pPr marL="3657600" lvl="8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9pPr>
          </a:lstStyle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sz="1800" b="0" i="0" u="none" strike="noStrike" kern="1200" spc="0" baseline="0">
              <a:ln>
                <a:noFill/>
              </a:ln>
              <a:solidFill>
                <a:srgbClr val="00B0F0"/>
              </a:solidFill>
              <a:effectLst/>
              <a:latin typeface="Franklin Gothic Medium" panose="020B06030201020202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12" name="矩形 11"/>
          <p:cNvSpPr/>
          <p:nvPr/>
        </p:nvSpPr>
        <p:spPr>
          <a:xfrm>
            <a:off x="0" y="-1"/>
            <a:ext cx="12207058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lvl="0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1pPr>
            <a:lvl2pPr marL="457200" lvl="1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2pPr>
            <a:lvl3pPr marL="914400" lvl="2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3pPr>
            <a:lvl4pPr marL="1371600" lvl="3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4pPr>
            <a:lvl5pPr marL="1828800" lvl="4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5pPr>
            <a:lvl6pPr marL="2286000" lvl="5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6pPr>
            <a:lvl7pPr marL="2743200" lvl="6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7pPr>
            <a:lvl8pPr marL="3200400" lvl="7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8pPr>
            <a:lvl9pPr marL="3657600" lvl="8" algn="l" defTabSz="914400">
              <a:defRPr sz="1800" kern="1200">
                <a:solidFill>
                  <a:schemeClr val="lt1"/>
                </a:solidFill>
                <a:latin typeface="Calibri" panose="020F0502020204030204"/>
                <a:ea typeface="微软雅黑" panose="020B0503020204020204" charset="-122"/>
              </a:defRPr>
            </a:lvl9pPr>
          </a:lstStyle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sz="1800" b="0" i="0" u="none" strike="noStrike" kern="1200" spc="0" baseline="0">
              <a:ln>
                <a:noFill/>
              </a:ln>
              <a:solidFill>
                <a:srgbClr val="00B0F0"/>
              </a:solidFill>
              <a:effectLst/>
              <a:latin typeface="Franklin Gothic Medium" panose="020B0603020102020204" charset="0"/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-147488" y="1409441"/>
            <a:ext cx="12021561" cy="24163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spc="150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4800" b="1" spc="150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智能传感器技术</a:t>
            </a:r>
            <a:r>
              <a:rPr lang="en-US" altLang="zh-CN" sz="4800" b="1" spc="150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》</a:t>
            </a:r>
          </a:p>
          <a:p>
            <a:pPr lvl="1" algn="ctr">
              <a:lnSpc>
                <a:spcPct val="150000"/>
              </a:lnSpc>
            </a:pPr>
            <a:r>
              <a:rPr lang="en-US" altLang="zh-CN" sz="2800" b="1" spc="150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					</a:t>
            </a:r>
          </a:p>
          <a:p>
            <a:pPr lvl="1" algn="ctr">
              <a:lnSpc>
                <a:spcPct val="150000"/>
              </a:lnSpc>
            </a:pPr>
            <a:r>
              <a:rPr lang="en-US" altLang="zh-CN" sz="2800" b="1" spc="150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						—— </a:t>
            </a:r>
            <a:r>
              <a:rPr lang="zh-CN" altLang="en-US" sz="2800" b="1" spc="150" dirty="0">
                <a:solidFill>
                  <a:srgbClr val="C00000"/>
                </a:solidFill>
                <a:latin typeface="Franklin Gothic Medium" panose="020B0603020102020204" charset="0"/>
                <a:ea typeface="微软雅黑" panose="020B0503020204020204" charset="-122"/>
                <a:sym typeface="+mn-ea"/>
              </a:rPr>
              <a:t>传感器的概念、组成、分类、发展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6264" y="84642"/>
            <a:ext cx="4621271" cy="803897"/>
            <a:chOff x="45643" y="163868"/>
            <a:chExt cx="4621271" cy="80389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srgbClr val="C00000">
                  <a:shade val="45000"/>
                  <a:satMod val="135000"/>
                </a:srgbClr>
                <a:prstClr val="white"/>
              </a:duotone>
            </a:blip>
            <a:srcRect/>
            <a:stretch>
              <a:fillRect/>
            </a:stretch>
          </p:blipFill>
          <p:spPr>
            <a:xfrm>
              <a:off x="45643" y="163868"/>
              <a:ext cx="2908650" cy="803897"/>
            </a:xfrm>
            <a:prstGeom prst="rect">
              <a:avLst/>
            </a:prstGeom>
          </p:spPr>
        </p:pic>
        <p:cxnSp>
          <p:nvCxnSpPr>
            <p:cNvPr id="6" name="直接连接符 5"/>
            <p:cNvCxnSpPr/>
            <p:nvPr/>
          </p:nvCxnSpPr>
          <p:spPr>
            <a:xfrm>
              <a:off x="2571037" y="389808"/>
              <a:ext cx="0" cy="524244"/>
            </a:xfrm>
            <a:prstGeom prst="line">
              <a:avLst/>
            </a:prstGeom>
            <a:noFill/>
            <a:ln w="31750" cap="flat" cmpd="sng">
              <a:solidFill>
                <a:srgbClr val="C55353"/>
              </a:solidFill>
              <a:prstDash val="solid"/>
              <a:miter/>
            </a:ln>
            <a:effectLst/>
          </p:spPr>
        </p:cxn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806327" y="251696"/>
              <a:ext cx="1860587" cy="662483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46155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66"/>
    </mc:Choice>
    <mc:Fallback xmlns="">
      <p:transition advTm="9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83F84-CFC6-FB31-16D1-6D670CAD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58601E-2652-68B7-F1DF-A4E1C6548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7935" t="13826" r="30191" b="73474"/>
          <a:stretch/>
        </p:blipFill>
        <p:spPr>
          <a:xfrm>
            <a:off x="1228725" y="1420587"/>
            <a:ext cx="7543800" cy="7892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5E446F-9A04-989C-5DAC-07DF0D439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3906" t="40343" r="2344" b="46957"/>
          <a:stretch/>
        </p:blipFill>
        <p:spPr>
          <a:xfrm>
            <a:off x="476250" y="2828925"/>
            <a:ext cx="11430000" cy="7892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1A75AD-1EA9-26CA-26DF-8B6F041C6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3906" t="67627" r="2344" b="17351"/>
          <a:stretch/>
        </p:blipFill>
        <p:spPr>
          <a:xfrm>
            <a:off x="476250" y="4524375"/>
            <a:ext cx="114300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66622"/>
      </p:ext>
    </p:extLst>
  </p:cSld>
  <p:clrMapOvr>
    <a:masterClrMapping/>
  </p:clrMapOvr>
  <p:transition spd="med">
    <p:cover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65&quot;:[20238582],&quot;70&quot;:[331411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58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58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82"/>
  <p:tag name="KSO_WM_TEMPLATE_CATEGORY" val="custom"/>
  <p:tag name="KSO_WM_TEMPLATE_MASTER_TYP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0617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极简圆形毛玻璃职场办公">
  <a:themeElements>
    <a:clrScheme name="">
      <a:dk1>
        <a:srgbClr val="000000"/>
      </a:dk1>
      <a:lt1>
        <a:srgbClr val="FFFFFF"/>
      </a:lt1>
      <a:dk2>
        <a:srgbClr val="471008"/>
      </a:dk2>
      <a:lt2>
        <a:srgbClr val="FFFBFA"/>
      </a:lt2>
      <a:accent1>
        <a:srgbClr val="F35B44"/>
      </a:accent1>
      <a:accent2>
        <a:srgbClr val="E94D54"/>
      </a:accent2>
      <a:accent3>
        <a:srgbClr val="E4416A"/>
      </a:accent3>
      <a:accent4>
        <a:srgbClr val="D53F8B"/>
      </a:accent4>
      <a:accent5>
        <a:srgbClr val="D046B2"/>
      </a:accent5>
      <a:accent6>
        <a:srgbClr val="B34AD0"/>
      </a:accent6>
      <a:hlink>
        <a:srgbClr val="0563C1"/>
      </a:hlink>
      <a:folHlink>
        <a:srgbClr val="954D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</TotalTime>
  <Words>24</Words>
  <Application>Microsoft Office PowerPoint</Application>
  <PresentationFormat>宽屏</PresentationFormat>
  <Paragraphs>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Franklin Gothic Medium</vt:lpstr>
      <vt:lpstr>极简圆形毛玻璃职场办公</vt:lpstr>
      <vt:lpstr>PowerPoint 演示文稿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尹学锋</dc:creator>
  <cp:lastModifiedBy>艳敏 周</cp:lastModifiedBy>
  <cp:revision>383</cp:revision>
  <dcterms:created xsi:type="dcterms:W3CDTF">2019-06-19T02:08:00Z</dcterms:created>
  <dcterms:modified xsi:type="dcterms:W3CDTF">2026-03-03T06:43:25Z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AD72EF772B3E4445A7052CC7C7301687_13</vt:lpwstr>
  </property>
</Properties>
</file>